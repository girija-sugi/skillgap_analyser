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2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E2223"/>
                </a:solidFill>
                <a:latin typeface="Calibri"/>
              </a:rPr>
              <a:t>Required skills covered (AI/ML Intern JD)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Skill 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996"/>
              </a:solidFill>
              <a:effectLst/>
            </c:spPr>
          </c:dPt>
          <c:dPt>
            <c:idx val="1"/>
            <c:bubble3D val="0"/>
            <c:spPr>
              <a:solidFill>
                <a:srgbClr val="E3A44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Matched</c:v>
                </c:pt>
                <c:pt idx="1">
                  <c:v>Missing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team, the guide Dr. R. Divya, and the department. Insert the college name and logo in the space at the top right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domain: this is an NLP / information-retrieval application to the hiring pipeline. Stress that our choice of TF-IDF is deliberate — explainability matters when you are telling a candidate what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 points on the left, the affected users on the right. Close by reading the boxed problem statement — that single sentence is what the whole system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Aim, then three objectives A-B-C that map exactly to the three modules. Be explicit about boundaries — examiners reward knowing what your system does 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existing routes, each with working principle, advantages and limitations. The closing line is the bridge to the research gap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each citation against the actual paper before submission. The point of the slide is the closing observation: lexical methods are explainable but shallow, deep models are accurate but opaque, and neither gives the candidate a gap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novelty claim is deliberately modest and defensible: not a new algorithm, but a new output contract — a named, explainable gap list produced by separating extraction from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Extract, Compare, Recommend — and the four modules underneath that implement them. Each module maps to one objective from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blocks left to right. The key architectural point is that extraction and scoring are parallel, not sequential — a failure in one does not silently corrupt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If asked to draw a flowchart on the board, this is it — input, pre-process, then the two parallel branches, then the join at step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pure-software project — say so clearly, since the format expects hardware. The justification column is what examiners ask about: why Tkinter, why not a web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aloud line by line. Be ready to explain why IDF matters: without it, filler words shared by every resume would dominate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 with their I/O contracts, then the honest build story. The challenges box is worth dwelling on — it shows debugging, not just assembling.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half of the end-to-end walkthrough. The right-hand panel shows the actual cleaned text the algorithm operates on for our sample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uses our actual prototype output. Explain why a candidate with 5 of 14 skills scores only 15.79% — cosine similarity measures whole-document overlap, not skill-count ratio. That distinction is the most likely examiner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covered both the normal range and the abnormal cases. T6 and T7 are the ones that actually caught bugs during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description of the GUI report with a live screenshot of your own run if the expo allows images. Observation to state: the score and the coverage ratio disagree, and that is expected — they measure different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evaluation limitations openly is stronger than claiming an accuracy figure we have not measured. If you later test on a labelled set, add precision and recall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the limitations column — being able to name your own weaknesses precisely is what separates a prototype presentation from a sales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conclusion column, then invite questions. Add your GitHub link or QR code in the bottom right before the expo.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66928"/>
            <a:ext cx="1051560" cy="1051560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6132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2K26  •  PROJECT EXPO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Analyser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ML-based resume-to-job-description skill gap analysis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2377440" cy="0"/>
          </a:xfrm>
          <a:prstGeom prst="line">
            <a:avLst/>
          </a:prstGeom>
          <a:noFill/>
          <a:ln w="19050">
            <a:solidFill>
              <a:srgbClr val="00A9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610524091003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Afrin Fatima 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610524091022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Girija 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610524091040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Krithikajayashree K 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288036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0B5560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3108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64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R. Divya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69480" y="3886200"/>
            <a:ext cx="3840480" cy="0"/>
          </a:xfrm>
          <a:prstGeom prst="line">
            <a:avLst/>
          </a:prstGeom>
          <a:noFill/>
          <a:ln w="12700">
            <a:solidFill>
              <a:srgbClr val="2C6E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315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Data Science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where you are and the role you want.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has become a text-matching 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today is driven by unstructured text. A candidate writes a resume, a company writes a job description, and the decision between them is made by comparing two documents — increasingly by software rather than a person. Natural Language Processing and information-retrieval techniques such as TF-IDF make that comparison measurable, and therefore explainable to the candidate.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60020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33488" y="156362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NLP for career readiness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33488" y="1819656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text-similarity methods to resume–job description analysis.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2679192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264261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33488" y="2898648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Tracking Systems screen most applications before a human reads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3758184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33488" y="372160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affects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3977640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freshers, career switchers, and placement cells preparing them.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4837176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33488" y="480060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5056632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training-free, fully explainable — every score is traceable to words.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seekers rarely know what they're missing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65506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are invisible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191109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compare themselves to a job title, not the actual skill list behind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279806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vague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05409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fit” rejections rarely explain which specific skills were missing.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394106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comparison is slow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419709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resume against a JD line-by-line does not scale across applications.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1945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students applying without feedback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 rejected with no stated reason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 unsure what to learn first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screening hundreds of resumes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designing bridge courses blindly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977640"/>
            <a:ext cx="3566160" cy="0"/>
          </a:xfrm>
          <a:prstGeom prst="line">
            <a:avLst/>
          </a:prstGeom>
          <a:noFill/>
          <a:ln w="12700">
            <a:solidFill>
              <a:srgbClr val="D9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4114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problem solved: given a resume and a job description as plain text, identify the required skills the candidate does not yet have, and quantify overall fit.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AIM, OBJECTIVES &amp; SCOPE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751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a vague “you're not a fit” into a precise, actionable list of skills to build — in seconds.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279806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automatically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3054096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relevant skills from unstructured resume and job-description text.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380390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overall match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059936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resume-to-job fit using a text-similarity ML technique.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846320"/>
            <a:ext cx="384048" cy="384048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480974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exact gap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44168" y="5065776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precisely which required skills are missing — not just a pass/fail.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60020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783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EXPECTED OUTCOME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084832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English-language, text-based resumes and JDs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soft skills from a curated taxonomy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match score, matched skills, missing skills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interfaces — desktop GUI, browser, terminal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3703320"/>
            <a:ext cx="4754880" cy="1645920"/>
          </a:xfrm>
          <a:prstGeom prst="roundRect">
            <a:avLst>
              <a:gd name="adj" fmla="val 4444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3886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&amp; ASSUMPTIONS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18795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outside the taxonomy are not detected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synonym handling in this version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assumed to be clean, pasted plain text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measures textual overlap, not seniority or experience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resume screening is done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1847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1579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or student reads the JD and the resume side by side and judges fit.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71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tooling required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judgement of context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977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206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subjective, inconsistent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 to many applications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64592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0872" y="1847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ATS filters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1579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Tracking Systems filter resumes on exact keyword presence before human review.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2971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automated at scale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 industry-wide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90872" y="3977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4206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only — no feedback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on formatting, not 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64592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48472" y="1847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match 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21579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 show a single match percentage against a posting.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48472" y="2971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348472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zero effort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candidates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3977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348472" y="4206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non-reproducible score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names the missing skills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53212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every existing route either costs human time or returns a verdict without an explanation.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studied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6344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319272"/>
                <a:gridCol w="2103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Salton &amp; Buckley (1988)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Term-weighting for automatic text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TF-IDF weighting as a retrieval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semantic understanding of terms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Ramos (2003)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for word relevance in document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 relevance scoring without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vocabulary mismatch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Zaroor, Maree &amp; Sabha (2017)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conceptual classification &amp; ranking of resumes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Combining taxonomy with ranking improves relevance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 maintained domain ontology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Roy, Chowdhary &amp; Bhatia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resume recommendation (content-based + cosine similarity)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 on vectorised text ranks candidates effectively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on a limited role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Daryani et al.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resume screening using NLP + 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cuts screening time substantially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is a ranking, not candidate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Devlin et al. (2019)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— contextual language representation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Context-aware embeddings outperform bag-of-words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compute; low transparency for end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6692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the field splits into fast-but-shallow lexical methods and accurate-but-opaque deep models. Neither line of work returns a named list of missing skills to the candidate.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INNOVATION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missing, and what we add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FBF3E7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9456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rank candidates for recruiters — not one of them reports back to the candidate.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are published without naming the terms that caused the score.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matchers need GPUs and training data, out of reach for a college placement cell.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and similarity scoring are treated as one black box instead of two inspectable stages.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1874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310896" cy="310896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76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Candidate-facing output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404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list is the product, not a by-product of ranking.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971800"/>
            <a:ext cx="310896" cy="310896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9352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Two-channel design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1638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matching and TF-IDF scoring run independently, then combine — each is inspectable.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3730752"/>
            <a:ext cx="310896" cy="310896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694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matched and missing skill is a traceable token; nothing is inferred by a hidden layer.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4489704"/>
            <a:ext cx="310896" cy="310896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453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Zero-training, zero-install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4681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laptop in under a second; no dataset or GPU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Analyser, in three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438912" cy="43891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skills present in the resume and in the job description using taxonomy matching.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377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920240"/>
            <a:ext cx="438912" cy="43891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overall textual similarity with TF-IDF + cosine, and intersect the two skill sets.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377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92440" y="169164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920240"/>
            <a:ext cx="438912" cy="43891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missing skills as an ordered list and suggest what to learn next.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507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pasted text or built-in sample data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extractor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4507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matching over a 30+ skill taxonomy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engine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507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 and cosine scoring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4507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ring, matched list, gap list, recommendation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5212080"/>
            <a:ext cx="10634472" cy="0"/>
          </a:xfrm>
          <a:prstGeom prst="line">
            <a:avLst/>
          </a:prstGeom>
          <a:noFill/>
          <a:ln w="12700">
            <a:solidFill>
              <a:srgbClr val="D9E3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34924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answers two questions at once: how close am I overall, and exactly which skills am I missing?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4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B5560"/>
          </a:solidFill>
          <a:ln w="12700">
            <a:solidFill>
              <a:srgbClr val="2C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1488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9077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pasted text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62432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90088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B5560"/>
          </a:solidFill>
          <a:ln w="12700">
            <a:solidFill>
              <a:srgbClr val="2C6E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99816" y="21488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99816" y="29077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clean, tokenise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837176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202936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B5560"/>
          </a:solidFill>
          <a:ln w="12700">
            <a:solidFill>
              <a:srgbClr val="2C6E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12664" y="21488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29077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over taxonomy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050024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15784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B5560"/>
          </a:solidFill>
          <a:ln w="12700">
            <a:solidFill>
              <a:srgbClr val="2C6E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25512" y="21488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25512" y="29077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vectoriser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28632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21488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Report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29077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matched, missing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251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plain-text documents, entered through any of the three interfaces.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PATHS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251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and TF-IDF scoring run on the same cleaned text, independently of each other.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4251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combining a 0–100% score with the matched and missing skill sets.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3492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matched against a predefined taxonomy; the similarity score is computed independently and combined into one report.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workflow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input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text and JD text captured from the GUI, browser form, or terminal prompt.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3272" y="2103120"/>
            <a:ext cx="0" cy="548640"/>
          </a:xfrm>
          <a:prstGeom prst="line">
            <a:avLst/>
          </a:prstGeom>
          <a:noFill/>
          <a:ln w="15240">
            <a:solidFill>
              <a:srgbClr val="D9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17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lowercase, strip punctuation and extra whitespace, normalise the 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33272" y="3154680"/>
            <a:ext cx="0" cy="548640"/>
          </a:xfrm>
          <a:prstGeom prst="line">
            <a:avLst/>
          </a:prstGeom>
          <a:noFill/>
          <a:ln w="15240">
            <a:solidFill>
              <a:srgbClr val="D9E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both documents for every taxonomy term using word-boundary regex.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3272" y="4206240"/>
            <a:ext cx="0" cy="548640"/>
          </a:xfrm>
          <a:prstGeom prst="line">
            <a:avLst/>
          </a:prstGeom>
          <a:noFill/>
          <a:ln w="15240">
            <a:solidFill>
              <a:srgbClr val="D9E3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46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20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TF-IDF vectoriser on the two documents to obtain weighted term vectors.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similarity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965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similarity between the two vectors and scale to 0–100%.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11112" y="2103120"/>
            <a:ext cx="0" cy="548640"/>
          </a:xfrm>
          <a:prstGeom prst="line">
            <a:avLst/>
          </a:prstGeom>
          <a:noFill/>
          <a:ln w="15240">
            <a:solidFill>
              <a:srgbClr val="D9E3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gap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017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difference: JD skills minus resume skills gives the missing skills.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11112" y="3154680"/>
            <a:ext cx="0" cy="548640"/>
          </a:xfrm>
          <a:prstGeom prst="line">
            <a:avLst/>
          </a:prstGeom>
          <a:noFill/>
          <a:ln w="15240">
            <a:solidFill>
              <a:srgbClr val="D9E3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score, matched skills (green), missing skills (orange), recommendation.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4846320"/>
            <a:ext cx="5056632" cy="822960"/>
          </a:xfrm>
          <a:prstGeom prst="roundRect">
            <a:avLst>
              <a:gd name="adj" fmla="val 8889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5010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03 and 04–05 are independent: the taxonomy path answers “which skills”, the vector path answers “how close”. Step 06 joins them.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488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x86-64 laptop or desktop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CPU, 2.0 GHz or higher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(8 GB recommended)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disk space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sensors or controllers required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display, keyboard, mouse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488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/ macOS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 or above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TF-IDF, cosine similarity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— desktop GUI (standard library)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— word-boundary skill matching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— browser version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Richest NLP and ML ecosystem; fast to prototype.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1455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of TF-IDF and cosine similarity.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877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Python — the demo runs with zero installs.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6085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anyone try it in a browser without Python at all.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53212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low-spec: the entire system runs on the same laptop a student already owns.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TECHNICAL PRINCIPLE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cosine similarity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0B5560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488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: resume_text R, job_description J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score S, matched M, gap 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R ← clean(R);  J ← clean(J)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S_R ← { t ∈ TAXONOMY : regex(\b t \b) in R }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S_J ← { t ∈ TAXONOMY : regex(\b t \b) in J }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V ← TfidfVectorizer().fit_transform([R, J])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S ← cosine_similarity(V[0], V[1]) × 100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M ← S_R ∩ S_J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G ← S_J − S_R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 return S, sort(M), sort(G)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weighting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20574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221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w(t,d)  =  tf(t,d)  ×  log( N / df(t) 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788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distinctive terms (pytorch, docker) receive high weight; terms common to both documents (experience, team) receive low weight.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374904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cos(θ)  =  (A · B) / ( ‖A‖ ‖B‖ 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480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the two document vectors, so document length does not distort the result. Range 0 (unrelated) to 1 (identical), reported as 0–100%.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lowercase = True, default English tokenisation, unigrams, no explicit stop-word list (IDF suppresses common terms automatically).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and how they were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module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103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raw text / sample data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two clean strings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non-empty input and normalises casing and whitespace.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16459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1608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module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2103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cleaned text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two skill sets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word-boundary scan over the 30+ term taxonomy.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4808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module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2103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cleaned text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score 0–100%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+ cosine_similarity from scikit-learn.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16459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08008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module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08008" y="2103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sets + score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208008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rendered report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08008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Colour-codes matched vs missing and writes the recommendation.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462272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script first — core logic proven with print output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curated and expanded to 30+ technical and soft skills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layered on the same functions, no logic duplicated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version rebuilt in JS for zero-install demos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sample resume–JD pairs and edge cases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406908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BF3E7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42245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526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false positives (“r” inside “your”) → solved with \b word-boundary regex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Multi-word skills (“machine learning”) → matched as phrases before single tokens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three interfaces consistent → one shared set of pure functions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WORKING — PART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acquisition to skill extraction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36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56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acquisition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pastes a resume into the left pane and a job description into the right, or clicks “Load Sample” to populate both instantly. The same two strings are produced whichever interface is used.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352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472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are lowercased and stripped of punctuation and repeated whitespace, so that “Python,” “python” and “PYTHON” collapse to one token before any matching happens.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288536"/>
            <a:ext cx="365760" cy="365760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33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53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74573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30+ taxonomy terms is searched for in both cleaned documents using a word-boundary regular expression, producing two sets: skills present in the resume and skills required by the job description.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64592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0B5560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MACHINE SEES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1488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(cleaned)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dashboards in python and pandas,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git for version control, strong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and teamwork skills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 (cleaned)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python, machine learning, tensorflow,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pytorch, nlp, docker, aws, cloud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computing, data visualization, agile,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git, pandas, communication, teamwork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→ 5 skills    jd → 14 skills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WORKING — PART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Scoring, gap computation and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47472" cy="34747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1673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Vectorisation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192938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cleaned documents are fed to TfidfVectorizer together, producing a shared vocabulary and one weighted vector per document.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347472" cy="34747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26609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Similarity scoring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29169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 compares the two vectors; the result is multiplied by 100 to give the reported match score.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666744"/>
            <a:ext cx="347472" cy="34747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07592" y="3648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Gap computation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39044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difference JD − resume yields the missing skills; the intersection yields the matched skills.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654296"/>
            <a:ext cx="347472" cy="347472"/>
          </a:xfrm>
          <a:prstGeom prst="ellipse">
            <a:avLst/>
          </a:prstGeom>
          <a:solidFill>
            <a:srgbClr val="00A996"/>
          </a:solidFill>
          <a:ln w="12700">
            <a:solidFill>
              <a:srgbClr val="00A9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07592" y="4636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Output generation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07592" y="4892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ring, the green matched list, the orange gap list and a plain-language recommendation are rendered together.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64592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Priya Sharma   ·   Role: AI/ML Engineer Intern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3957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15.79%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× 100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429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(5)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git · pandas · python · teamwork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4160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(9)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4389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aws · cloud computing · data visualization · docker · machine learning · nlp · pytorch · tensorflow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5193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strong programming base, no ML or cloud exposure — learn ML and TensorFlow first.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TEST CASES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prototype was tested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1488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laptop, 8 GB RAM, no GPU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3.10, scikit-learn, Tkinter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hand-built resume–JD pairs covering AI/ML, web development and data analyst roles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Taxonomy: 30+ technical and soft skills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unigram TF-IDF, lowercase, default sklearn settings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run on all three interfaces to confirm identical output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45920"/>
          <a:ext cx="68397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600200"/>
                <a:gridCol w="2313432"/>
                <a:gridCol w="2423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covers nearly all JD skills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score, small or empty gap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shares a few JD skills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 score, populated gap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from an unrelated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score, gap ≈ full JD skill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text pasted in both panes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approaches 100%, empty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both fields left blank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message, no crash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&amp; punctuation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“Python,” / “PYTHON” / “python.”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resolve to one skill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 trap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containing “your”, “core”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match on “r” or “c”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0" y="5440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conditions T1–T3; abnormal and edge conditions T4–T7.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analysis output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5544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4348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15.79%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4434840" y="2258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match score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14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 already held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4727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160020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1783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 SHOWN IN THE GUI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Priya Sharma    Role: AI/ML Engineer Intern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395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— shown in green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git, pandas, python, teamwork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shown in orange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3924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aws, cloud computing, data visualization, docker, machine learning, nlp, pytorch, tensorflow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0" y="4315968"/>
            <a:ext cx="3840480" cy="0"/>
          </a:xfrm>
          <a:prstGeom prst="line">
            <a:avLst/>
          </a:prstGeom>
          <a:noFill/>
          <a:ln w="12700">
            <a:solidFill>
              <a:srgbClr val="D9E3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0" y="4434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machine learning, TensorFlow and NLP first — they appear most often across similar postings.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COMPARISON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measures up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41732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screening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Gap Analyser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 second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missing skills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as an ordered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Traceable to terms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licence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runs locally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to 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/ synonym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C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(current limitation)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PERFORMANCE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08483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time: under 1 second per analysis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identical input gives identical output every run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coverage: 30+ skills, extensible without code change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time, zero model storage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38404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BF3E7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4023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THIS EVALUATION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hand-built resume–JD pairs, not a public benchmark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ground truth, so precision and recall are not yet reported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a similarity measure, not a validated hiring predictor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4406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system wins decisively on speed, transparency and feedback; it loses to a human on contextual understanding — which is exactly what the future work addresses.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ADVANTAGES &amp; LIMITATIONS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fits, and where it stops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1F6F6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TARGET USERS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1488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preparing for campus placement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placement and training cells screening readiness at scale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 and career switchers planning what to learn next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 designing bridge courses from real gap data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recruiters without an ATS budget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33272" y="4617720"/>
            <a:ext cx="3017520" cy="0"/>
          </a:xfrm>
          <a:prstGeom prst="line">
            <a:avLst/>
          </a:prstGeom>
          <a:noFill/>
          <a:ln w="12700">
            <a:solidFill>
              <a:srgbClr val="D9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4754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E2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benefit: turns rejection into direction, at no cost to the student.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E8F4F2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9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1488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— names the skills, not just a verdict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explainable, every match traceable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results, under one second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data, no GPU, no installation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interfaces sharing identical logic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extensible without touching the algorithm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reproducible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FBF3E7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2752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CHALLENGES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488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outside the taxonomy go undetected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synonym handling — “ML” and “machine learning” are separate tokens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ignores context, seniority and depth of experience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PDF or DOCX resumes yet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reflects wording overlap, so a well-written resume scores higher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needs manual maintenance as the job market shifts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4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9284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SCOPE, CONCLUSION &amp; REFERENCES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extraction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203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skill detection using embeddings or spaCy NER.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249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24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taxonomy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626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the skill list from live job-market postings.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838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21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gap to a specific course or resource.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42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 and DOCX directly, no copy-pasting.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CONTRIBUTIONS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working prototype that reads a resume and a job description as plain text and returns a match score together with the exact skills the candidate is missing.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9260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1–3 met: extraction, scoring and gap reporting all working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implemented and validated on sample pairs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across three interfaces with identical logic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shifted from recruiter ranking to candidate feedback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an explainable, zero-cost readiness check any student can run before applying.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1965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Salton G. &amp; Buckley C., Term-weighting approaches in automatic text retrieval, Inf. Process. Manage., 1988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J., Using TF-IDF to determine word relevance in document queries, 2003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Zaroor A., Maree M. &amp; Sabha M., A hybrid approach to conceptual classification and ranking of resumes, 2017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 P. K., Chowdhary S. S. &amp; Bhatia R., A machine learning approach for automation of resume recommendation, Procedia CS, 2020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 J. et al., BERT: pre-training of deep bidirectional transformers, NAACL, 2019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 — TfidfVectorizer, cosine_similarity</a:t>
            </a:r>
            <a:endParaRPr lang="en-US" sz="9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— Tkinter &amp; re documentation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" y="5577840"/>
            <a:ext cx="10634472" cy="0"/>
          </a:xfrm>
          <a:prstGeom prst="line">
            <a:avLst/>
          </a:prstGeom>
          <a:noFill/>
          <a:ln w="12700">
            <a:solidFill>
              <a:srgbClr val="2C6E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760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&amp; Answers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5897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— add link / QR code here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Gap Analyser — TECHNOVA 2K26</dc:title>
  <dc:subject>PptxGenJS Presentation</dc:subject>
  <dc:creator>Afrin Fatima A, Girija S, Krithikajayashree K S</dc:creator>
  <cp:lastModifiedBy>Afrin Fatima A, Girija S, Krithikajayashree K S</cp:lastModifiedBy>
  <cp:revision>1</cp:revision>
  <dcterms:created xsi:type="dcterms:W3CDTF">2026-09-20T08:13:32Z</dcterms:created>
  <dcterms:modified xsi:type="dcterms:W3CDTF">2026-09-20T08:13:32Z</dcterms:modified>
</cp:coreProperties>
</file>